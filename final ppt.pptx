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2953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SIH6162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AI-Based Detection and Classification of Industrial Fires and Persistent Thermal Sources Using NASA FIRMS, OSM &amp; Satellite Data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Disaster Management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Antariksh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algn="ctr"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AGNIRA – AI-Based Industrial Fire Detection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450000"/>
            <a:ext cx="12191999" cy="3894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</a:t>
            </a:r>
            <a:endParaRPr lang="en-US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Detailed explanation: </a:t>
            </a:r>
            <a:r>
              <a:rPr lang="en-US" dirty="0">
                <a:latin typeface="Arial" pitchFamily="34" charset="0"/>
                <a:cs typeface="Arial" pitchFamily="34" charset="0"/>
              </a:rPr>
              <a:t>Agnira pulls NASA FIRMS satellite hotspots (VIIRS/MODIS thermal anomalies) for a region and, for every hotspot, queries OpenStreetMap within a 1 km radius to detect nearby industrial plants, power/oil infrastructure, quarries, natural land or built-up areas. These OSM land-use features are combined with FIRMS thermal signals (brightness, FRP, confidence) and fed into a trained ML classifier that labels each hotspot as Industrial, Natural, or Other, then surfaces it on a live monitoring dashboard with a risk score.</a:t>
            </a:r>
          </a:p>
          <a:p>
            <a:pPr marL="342900" indent="-342900" algn="just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How it addresses the problem: </a:t>
            </a:r>
            <a:r>
              <a:rPr lang="en-US" dirty="0">
                <a:latin typeface="Arial" pitchFamily="34" charset="0"/>
                <a:cs typeface="Arial" pitchFamily="34" charset="0"/>
              </a:rPr>
              <a:t>Automatically separates hazardous, persistent industrial fires from routine agricultural or seasonal heat sources -- cutting manual verification effort for disaster-response and pollution-control teams.</a:t>
            </a:r>
          </a:p>
          <a:p>
            <a:pPr marL="342900" indent="-342900" algn="just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Innovation and uniqueness: </a:t>
            </a:r>
            <a:r>
              <a:rPr lang="en-US" dirty="0">
                <a:latin typeface="Arial" pitchFamily="34" charset="0"/>
                <a:cs typeface="Arial" pitchFamily="34" charset="0"/>
              </a:rPr>
              <a:t>Fuses satellite thermal data with real-world spatial context (OSM) and an explainable risk score (confidence %, contributing factors, e.g. "industrial facility within 1 km") rather than just plotting raw hotspot dots on a map.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/>
              <a:t>Antariksh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450000"/>
            <a:ext cx="5303520" cy="47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285750" indent="-285750" algn="just">
              <a:lnSpc>
                <a:spcPct val="108000"/>
              </a:lnSpc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Data source: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NASA FIRMS (VIIRS/MODIS) active-fire hotspot feed, pulled for the last 4 months around the 100 km radius of Delhi.</a:t>
            </a:r>
          </a:p>
          <a:p>
            <a:pPr marL="285750" indent="-285750" algn="just">
              <a:lnSpc>
                <a:spcPct val="108000"/>
              </a:lnSpc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Spatial context: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OSM Overpass API queries a 1 km radius around every hotspot for industrial land-use, power plants, oil/gas facilities, quarries, and natural/built-up land.</a:t>
            </a:r>
          </a:p>
          <a:p>
            <a:pPr marL="285750" indent="-285750" algn="just">
              <a:lnSpc>
                <a:spcPct val="108000"/>
              </a:lnSpc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ML model: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Python (scikit-learn) classifier trained on FIRMS thermal features (brightness, FRP, confidence) + OSM facility-class features to label each hotspot as Industrial, Natural, or Other.</a:t>
            </a:r>
          </a:p>
          <a:p>
            <a:pPr marL="285750" indent="-285750" algn="just">
              <a:lnSpc>
                <a:spcPct val="108000"/>
              </a:lnSpc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Frontend: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Web-based live monitoring dashboard (map view, risk meter, "why flagged" reasoning panel) shown alongside using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CSS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, HTML, and JavaScript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/>
              <a:t>Antariksh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1" name="Dashboard Screenshot" descr="Agnira live monitoring dashboard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724320"/>
            <a:ext cx="5718698" cy="2786681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22" name="Caption"/>
          <p:cNvSpPr txBox="1"/>
          <p:nvPr/>
        </p:nvSpPr>
        <p:spPr>
          <a:xfrm>
            <a:off x="6080760" y="4611001"/>
            <a:ext cx="5394960" cy="3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1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Agnira live monitoring dashboard (prototype) – hotspot map, risk meter &amp; flagging reasons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450000"/>
            <a:ext cx="9385300" cy="47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285750" indent="-285750" algn="just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Feasibility: </a:t>
            </a:r>
            <a:r>
              <a:rPr lang="en-US" dirty="0">
                <a:latin typeface="Arial" pitchFamily="34" charset="0"/>
                <a:cs typeface="Arial" pitchFamily="34" charset="0"/>
              </a:rPr>
              <a:t>NASA FIRMS and OpenStreetMap are both free, open, and globally available, so the pipeline needs no paid satellite subscription; the ML model is lightweight enough to run on a standard server and refresh with each new satellite overpass.</a:t>
            </a:r>
          </a:p>
          <a:p>
            <a:pPr marL="285750" indent="-285750" algn="just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Challenges &amp; risks: </a:t>
            </a:r>
            <a:r>
              <a:rPr lang="en-US" dirty="0">
                <a:latin typeface="Arial" pitchFamily="34" charset="0"/>
                <a:cs typeface="Arial" pitchFamily="34" charset="0"/>
              </a:rPr>
              <a:t>FIRMS hotspot pixels are coarse (~375 m-1 km), so a fire and a nearby industrial facility can appear at the same point; OSM coverage/tagging quality also varies by region, and satellite revisit gaps limit true real-time detection.</a:t>
            </a:r>
          </a:p>
          <a:p>
            <a:pPr marL="285750" indent="-285750" algn="just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Mitigation strategy: </a:t>
            </a:r>
            <a:r>
              <a:rPr lang="en-US" dirty="0">
                <a:latin typeface="Arial" pitchFamily="34" charset="0"/>
                <a:cs typeface="Arial" pitchFamily="34" charset="0"/>
              </a:rPr>
              <a:t>Combine multiple FIRMS passes (persistence over time) to reduce single-pixel error, widen/adjust the OSM buffer per facility type, and continuously retrain the classifier as more confirmed/false-positive labels are collected.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/>
              <a:t>Antariksh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450000"/>
            <a:ext cx="9385300" cy="47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285750" indent="-285750" algn="just">
              <a:lnSpc>
                <a:spcPct val="112000"/>
              </a:lnSpc>
              <a:spcBef>
                <a:spcPts val="13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Target audience: </a:t>
            </a:r>
            <a:r>
              <a:rPr lang="en-US" dirty="0">
                <a:latin typeface="Arial" pitchFamily="34" charset="0"/>
                <a:cs typeface="Arial" pitchFamily="34" charset="0"/>
              </a:rPr>
              <a:t>Disaster management authorities, pollution-control boards, forest/environment departments, and industrial safety regulators who need to triage fire alerts quickly.</a:t>
            </a:r>
          </a:p>
          <a:p>
            <a:pPr marL="285750" indent="-285750" algn="just">
              <a:lnSpc>
                <a:spcPct val="112000"/>
              </a:lnSpc>
              <a:spcBef>
                <a:spcPts val="13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Social benefit: </a:t>
            </a:r>
            <a:r>
              <a:rPr lang="en-US" dirty="0">
                <a:latin typeface="Arial" pitchFamily="34" charset="0"/>
                <a:cs typeface="Arial" pitchFamily="34" charset="0"/>
              </a:rPr>
              <a:t>Faster, more reliable early warning for communities living near industrial zones prone to persistent fires or thermal leaks.</a:t>
            </a:r>
          </a:p>
          <a:p>
            <a:pPr marL="285750" indent="-285750" algn="just">
              <a:lnSpc>
                <a:spcPct val="112000"/>
              </a:lnSpc>
              <a:spcBef>
                <a:spcPts val="13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Economic benefit: </a:t>
            </a:r>
            <a:r>
              <a:rPr lang="en-US" dirty="0">
                <a:latin typeface="Arial" pitchFamily="34" charset="0"/>
                <a:cs typeface="Arial" pitchFamily="34" charset="0"/>
              </a:rPr>
              <a:t>Reduces manual field-verification cost by pre-filtering satellite hotspots, letting limited inspection teams focus only on high-risk, industrial-linked events.</a:t>
            </a:r>
          </a:p>
          <a:p>
            <a:pPr marL="285750" indent="-285750" algn="just">
              <a:lnSpc>
                <a:spcPct val="112000"/>
              </a:lnSpc>
              <a:spcBef>
                <a:spcPts val="13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Environmental benefit: </a:t>
            </a:r>
            <a:r>
              <a:rPr lang="en-US" dirty="0">
                <a:latin typeface="Arial" pitchFamily="34" charset="0"/>
                <a:cs typeface="Arial" pitchFamily="34" charset="0"/>
              </a:rPr>
              <a:t>Enables earlier intervention on industrial fires/emissions, limiting air-quality damage, and helps distinguish genuine hazards from harmless natural or agricultural heat sources.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/>
              <a:t>Antariksh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450000"/>
            <a:ext cx="9385300" cy="4165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NASA FIRMS (Fire Information for Resource Management System) – active fire/thermal anomaly data, VIIRS &amp; MODIS: firms.modaps.eosdis.nasa.gov</a:t>
            </a:r>
          </a:p>
          <a:p>
            <a:pPr marL="285750" indent="-285750" algn="just">
              <a:lnSpc>
                <a:spcPct val="115000"/>
              </a:lnSpc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OpenStreetMap Overpass API – land-use, industrial, power &amp; oil-infrastructure tagging used for the 1 km context buffer: overpass-api.de</a:t>
            </a:r>
          </a:p>
          <a:p>
            <a:pPr marL="285750" indent="-285750" algn="just">
              <a:lnSpc>
                <a:spcPct val="115000"/>
              </a:lnSpc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NASA FIRMS user guide &amp; VIIRS/MODIS active fire product documentation for confidence, brightness and FRP fields</a:t>
            </a:r>
          </a:p>
          <a:p>
            <a:pPr marL="285750" indent="-285750" algn="just">
              <a:lnSpc>
                <a:spcPct val="115000"/>
              </a:lnSpc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scikit-learn documentation – classification models used to train the Industrial / Natural / Other hotspot classifier</a:t>
            </a:r>
          </a:p>
          <a:p>
            <a:pPr marL="285750" indent="-285750" algn="just">
              <a:lnSpc>
                <a:spcPct val="115000"/>
              </a:lnSpc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4 months of historical FIRMS hotspot records (India region) collected and labelled by the team for training and validation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/>
              <a:t>Antariksh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7590</TotalTime>
  <Words>773</Words>
  <Application>Microsoft Office PowerPoint</Application>
  <PresentationFormat>Widescreen</PresentationFormat>
  <Paragraphs>55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AGNIRA – AI-Based Industrial Fire Detection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Agrim Mittal</cp:lastModifiedBy>
  <cp:revision>150</cp:revision>
  <dcterms:created xsi:type="dcterms:W3CDTF">2013-12-12T18:46:50Z</dcterms:created>
  <dcterms:modified xsi:type="dcterms:W3CDTF">2026-09-06T03:27:08Z</dcterms:modified>
  <cp:category/>
</cp:coreProperties>
</file>